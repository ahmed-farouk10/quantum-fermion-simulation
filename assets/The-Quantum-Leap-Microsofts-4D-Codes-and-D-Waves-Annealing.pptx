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974294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Quantum Leap: Microsoft's 4D Codes and D-Wave's Annealing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0793"/>
            <a:ext cx="7556421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an exploration of cutting-edge advancements in quantum computing. We'll delve into Microsoft's innovative approach to error correction with 4D geometric codes and examine D-Wave's specialized quantum annealing technology, highlighting their impact on the future of computation.</a:t>
            </a:r>
            <a:endParaRPr lang="en-US" sz="1750" dirty="0"/>
          </a:p>
        </p:txBody>
      </p:sp>
      <p:sp>
        <p:nvSpPr>
          <p:cNvPr id="5" name="Rectangles 4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9233"/>
            <a:ext cx="682371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1: Advancements in Quantum Computing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710" y="3076575"/>
            <a:ext cx="14074140" cy="9785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Microsoft's 4D Geometric Codes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4338757"/>
            <a:ext cx="130428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is pioneering a novel approach to quantum error correction with 4D geometric codes. This technology aims to address the inherent instability of qubits, a critical challenge in building reliable quantum computers. By encoding quantum information across four dimensions, these codes offer a robust defence against errors caused by environmental noise.</a:t>
            </a:r>
            <a:endParaRPr lang="en-US" sz="1750" dirty="0"/>
          </a:p>
        </p:txBody>
      </p:sp>
      <p:sp>
        <p:nvSpPr>
          <p:cNvPr id="5" name="Rectangles 4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7587" y="548045"/>
            <a:ext cx="6162675" cy="498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Quantum Fragility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97587" y="1270516"/>
            <a:ext cx="3774758" cy="3107293"/>
          </a:xfrm>
          <a:prstGeom prst="roundRect">
            <a:avLst>
              <a:gd name="adj" fmla="val 353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4727" y="1270516"/>
            <a:ext cx="91440" cy="3107293"/>
          </a:xfrm>
          <a:prstGeom prst="roundRect">
            <a:avLst>
              <a:gd name="adj" fmla="val 91553"/>
            </a:avLst>
          </a:prstGeom>
          <a:solidFill>
            <a:srgbClr val="4950BC"/>
          </a:solidFill>
        </p:spPr>
      </p:sp>
      <p:sp>
        <p:nvSpPr>
          <p:cNvPr id="6" name="Text 3"/>
          <p:cNvSpPr/>
          <p:nvPr/>
        </p:nvSpPr>
        <p:spPr>
          <a:xfrm>
            <a:off x="988338" y="1492687"/>
            <a:ext cx="2491502" cy="311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Qubit Instability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88338" y="1923693"/>
            <a:ext cx="3261836" cy="22319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bits, or qubits, are incredibly fragile. Their quantum states are easily disrupted by external interference, a phenomenon known as decoherence. This leads to computational errors.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71655" y="1270516"/>
            <a:ext cx="3774758" cy="3107293"/>
          </a:xfrm>
          <a:prstGeom prst="roundRect">
            <a:avLst>
              <a:gd name="adj" fmla="val 353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48795" y="1270516"/>
            <a:ext cx="91440" cy="3107293"/>
          </a:xfrm>
          <a:prstGeom prst="roundRect">
            <a:avLst>
              <a:gd name="adj" fmla="val 91553"/>
            </a:avLst>
          </a:prstGeom>
          <a:solidFill>
            <a:srgbClr val="4950BC"/>
          </a:solidFill>
        </p:spPr>
      </p:sp>
      <p:sp>
        <p:nvSpPr>
          <p:cNvPr id="10" name="Text 7"/>
          <p:cNvSpPr/>
          <p:nvPr/>
        </p:nvSpPr>
        <p:spPr>
          <a:xfrm>
            <a:off x="4962406" y="1492687"/>
            <a:ext cx="2491502" cy="311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Scaling Challenges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962406" y="1923693"/>
            <a:ext cx="3261836" cy="1913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quantum computers grow in size, managing and correcting these errors becomes exponentially more difficult, hindering the path to fault-tolerant quantum computation.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7587" y="4577120"/>
            <a:ext cx="3774758" cy="3107293"/>
          </a:xfrm>
          <a:prstGeom prst="roundRect">
            <a:avLst>
              <a:gd name="adj" fmla="val 353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4727" y="4577120"/>
            <a:ext cx="91440" cy="3107293"/>
          </a:xfrm>
          <a:prstGeom prst="roundRect">
            <a:avLst>
              <a:gd name="adj" fmla="val 91553"/>
            </a:avLst>
          </a:prstGeom>
          <a:solidFill>
            <a:srgbClr val="4950BC"/>
          </a:solidFill>
        </p:spPr>
      </p:sp>
      <p:sp>
        <p:nvSpPr>
          <p:cNvPr id="14" name="Text 11"/>
          <p:cNvSpPr/>
          <p:nvPr/>
        </p:nvSpPr>
        <p:spPr>
          <a:xfrm>
            <a:off x="988338" y="4799290"/>
            <a:ext cx="2500074" cy="3114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Error Bottleneck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88338" y="5230297"/>
            <a:ext cx="3261836" cy="22319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effective error correction, the potential of quantum computers to solve complex problems remains largely theoretical. It's the primary bottleneck for widespread adoption.</a:t>
            </a:r>
            <a:endParaRPr lang="en-US" sz="1550" dirty="0"/>
          </a:p>
        </p:txBody>
      </p:sp>
      <p:sp>
        <p:nvSpPr>
          <p:cNvPr id="16" name="Rectangles 15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6155"/>
            <a:ext cx="9312712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1.News : Microsoft's Solution: 4D Geometric Codes</a:t>
            </a:r>
            <a:endParaRPr lang="en-US" sz="355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4450"/>
              </a:lnSpc>
              <a:buNone/>
            </a:pPr>
            <a:r>
              <a:rPr lang="en-US" sz="3550" dirty="0"/>
              <a:t>Solution: 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92354"/>
            <a:ext cx="6924437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Microsoft's 4D geometric codes represent a significant theoretical leap. Instead of traditional 2D surface codes, these codes extend into higher dimensions, allowing for a more intricate and resilient encoding of quantum information.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48038"/>
            <a:ext cx="6924437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Protection: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multi-dimensional structure provides redundant storage for quantum data, making it less susceptible to single-point errors.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6041"/>
            <a:ext cx="6924437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Topological Resilience: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Based on topological principles, these codes inherently protect quantum information by making it dependent on global properties rather than local ones.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046946"/>
            <a:ext cx="6924437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of Fault-Tolerance: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approach is critical for building a truly fault-tolerant quantum computer, capable of performing complex computations with high accuracy.</a:t>
            </a:r>
            <a:endParaRPr lang="en-US" sz="1750" dirty="0"/>
          </a:p>
        </p:txBody>
      </p:sp>
      <p:sp>
        <p:nvSpPr>
          <p:cNvPr id="8" name="Rectangles 7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1576"/>
            <a:ext cx="422612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2: Company Activities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712720"/>
            <a:ext cx="13042821" cy="195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D-Wave Systems: Quantum Annealing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5009317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D-Wave Systems stands out in the quantum computing landscape for its unique and highly specialized approach: quantum annealing. While many companies focus on universal, gate-based quantum computers, D-Wave has carved a niche in solving optimization problems.</a:t>
            </a:r>
            <a:endParaRPr lang="en-US" sz="1750" dirty="0"/>
          </a:p>
        </p:txBody>
      </p:sp>
      <p:sp>
        <p:nvSpPr>
          <p:cNvPr id="5" name="Rectangles 4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331" y="581739"/>
            <a:ext cx="7288649" cy="5288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Quantum Annealing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331" y="1586389"/>
            <a:ext cx="6316861" cy="63168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0828" y="1538883"/>
            <a:ext cx="6316861" cy="2030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annealing is a process inspired by classical annealing in metallurgy, where a material is slowly cooled to find its lowest energy state. In quantum computing, this translates to finding the global minimum of a complex energy landscape, which corresponds to the optimal solution for an optimization problem.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580828" y="3760232"/>
            <a:ext cx="6316861" cy="16924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traditional gate-based quantum computers that manipulate qubits through a series of logical operations, quantum annealers leverage quantum phenomena like superposition and tunnelling to explore vast solution spaces simultaneously and efficiently.</a:t>
            </a:r>
            <a:endParaRPr lang="en-US" sz="1650" dirty="0"/>
          </a:p>
        </p:txBody>
      </p:sp>
      <p:sp>
        <p:nvSpPr>
          <p:cNvPr id="6" name="Rectangles 5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8557"/>
            <a:ext cx="6265664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D-Wave's Specialized Focus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09161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773091"/>
            <a:ext cx="314503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 Problems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263509"/>
            <a:ext cx="4158615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D-Wave's technology excels at finding the single best solution from an astronomically large number of possibilities. This includes logistics, financial modelling, and drug discovery.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809161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773091"/>
            <a:ext cx="287238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Commercial Viability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263509"/>
            <a:ext cx="4158615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focused specialisation has allowed D-Wave to be a leader in delivering commercially viable quantum systems and applications today, giving them a distinct market advantage.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809161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77309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Unique Approach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263509"/>
            <a:ext cx="4158615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not chasing the 'universal' quantum computer, D-Wave addresses specific, real-world problems where quantum speedup can be immediately realised.</a:t>
            </a:r>
            <a:endParaRPr lang="en-US" sz="1750" dirty="0"/>
          </a:p>
        </p:txBody>
      </p:sp>
      <p:sp>
        <p:nvSpPr>
          <p:cNvPr id="12" name="Rectangles 11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461254"/>
            <a:ext cx="7556421" cy="1133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 of Quantum Annealing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822019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Optimisation: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Finding the most efficient routes and logistics for complex global networks.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627120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Modelling: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Optimising portfolios, risk assessment, and fraud detection.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32221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 Discovery: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Accelerating the search for new molecules and understanding protein folding.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37321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Enhancing optimisation for training complex machine learning models.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042422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Management: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Reducing congestion and improving flow in urban environments.</a:t>
            </a:r>
            <a:endParaRPr lang="en-US" sz="1750" dirty="0"/>
          </a:p>
        </p:txBody>
      </p:sp>
      <p:sp>
        <p:nvSpPr>
          <p:cNvPr id="9" name="Rectangles 8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869400"/>
            <a:ext cx="7412712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Broader Quantum Landscape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691527"/>
            <a:ext cx="7556421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D-Wave's quantum annealing and Microsoft's error correction research target different facets of quantum computing, both are crucial for the field's advancement. D-Wave offers practical applications today for specific problems, while Microsoft is building the foundational layers for future universal quantum computers.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20351" y="5016341"/>
            <a:ext cx="721625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future of quantum computing is not a single path, but a convergence of diverse approaches, each pushing the boundaries of what's computationally possible."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761190"/>
            <a:ext cx="30480" cy="1599009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7" name="Rectangles 6"/>
          <p:cNvSpPr/>
          <p:nvPr/>
        </p:nvSpPr>
        <p:spPr>
          <a:xfrm flipV="1">
            <a:off x="-32385" y="7805420"/>
            <a:ext cx="14580235" cy="435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4676</Words>
  <Application>WPS Presentation</Application>
  <PresentationFormat>On-screen Show (16:9)</PresentationFormat>
  <Paragraphs>79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Inter Bold</vt:lpstr>
      <vt:lpstr>Liberation Mono</vt:lpstr>
      <vt:lpstr>Inter Bold</vt:lpstr>
      <vt:lpstr>Inter Bold</vt:lpstr>
      <vt:lpstr>Inter</vt:lpstr>
      <vt:lpstr>Inter</vt:lpstr>
      <vt:lpstr>Inter</vt:lpstr>
      <vt:lpstr>Calibri</vt:lpstr>
      <vt:lpstr>Inter 18pt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Ahmed Ayman</cp:lastModifiedBy>
  <cp:revision>5</cp:revision>
  <dcterms:created xsi:type="dcterms:W3CDTF">2025-09-12T17:45:00Z</dcterms:created>
  <dcterms:modified xsi:type="dcterms:W3CDTF">2025-09-12T19:41:55Z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178B9E0EB42D42ECA537F680B92EA598_12</vt:lpwstr>
  </property>
  <property fmtid="{D5CDD505-2E9C-101B-9397-08002B2CF9AE}" pid="3" name="KSOProductBuildVer">
    <vt:lpwstr>1033-12.2.0.22549</vt:lpwstr>
  </property>
</Properties>
</file>